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3" r:id="rId14"/>
    <p:sldId id="271" r:id="rId15"/>
    <p:sldId id="272" r:id="rId16"/>
    <p:sldId id="27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DACD9-D684-465C-8538-24F26311FA7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846DB-04AA-49B4-9C84-1728210CE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101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DACD9-D684-465C-8538-24F26311FA7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846DB-04AA-49B4-9C84-1728210CE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493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DACD9-D684-465C-8538-24F26311FA7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846DB-04AA-49B4-9C84-1728210CE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96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DACD9-D684-465C-8538-24F26311FA7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846DB-04AA-49B4-9C84-1728210CE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41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DACD9-D684-465C-8538-24F26311FA7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846DB-04AA-49B4-9C84-1728210CE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807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DACD9-D684-465C-8538-24F26311FA7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846DB-04AA-49B4-9C84-1728210CE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834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DACD9-D684-465C-8538-24F26311FA7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846DB-04AA-49B4-9C84-1728210CE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645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DACD9-D684-465C-8538-24F26311FA7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846DB-04AA-49B4-9C84-1728210CE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81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DACD9-D684-465C-8538-24F26311FA7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846DB-04AA-49B4-9C84-1728210CE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934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DACD9-D684-465C-8538-24F26311FA7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846DB-04AA-49B4-9C84-1728210CE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355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DACD9-D684-465C-8538-24F26311FA7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846DB-04AA-49B4-9C84-1728210CE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0824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DACD9-D684-465C-8538-24F26311FA7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846DB-04AA-49B4-9C84-1728210CE050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951945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DACD9-D684-465C-8538-24F26311FA7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846DB-04AA-49B4-9C84-1728210CE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4461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DACD9-D684-465C-8538-24F26311FA7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846DB-04AA-49B4-9C84-1728210CE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2357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DACD9-D684-465C-8538-24F26311FA7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846DB-04AA-49B4-9C84-1728210CE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0887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DACD9-D684-465C-8538-24F26311FA7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846DB-04AA-49B4-9C84-1728210CE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894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DACD9-D684-465C-8538-24F26311FA7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846DB-04AA-49B4-9C84-1728210CE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61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AE3DACD9-D684-465C-8538-24F26311FA79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1D846DB-04AA-49B4-9C84-1728210CE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2518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902191"/>
          </a:xfrm>
        </p:spPr>
        <p:txBody>
          <a:bodyPr/>
          <a:lstStyle/>
          <a:p>
            <a:r>
              <a:rPr lang="en-US" dirty="0" smtClean="0"/>
              <a:t>Purchase &amp; Shipping Analysis Dashboard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/>
              <a:t>A Data-Driven Approach to Business Insights</a:t>
            </a:r>
          </a:p>
          <a:p>
            <a:r>
              <a:rPr lang="en-US" b="1" dirty="0" smtClean="0"/>
              <a:t>Presented by:</a:t>
            </a:r>
            <a:r>
              <a:rPr lang="en-US" dirty="0" smtClean="0"/>
              <a:t> Riya Kumari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002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29054"/>
          </a:xfrm>
        </p:spPr>
        <p:txBody>
          <a:bodyPr/>
          <a:lstStyle/>
          <a:p>
            <a:r>
              <a:rPr lang="en-US" dirty="0" smtClean="0"/>
              <a:t>The Business Challenge (Problem Statement)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13795" y="1851018"/>
            <a:ext cx="1037881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Businesses struggle to analyze large, complex purchase and shipping data.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Raw data is difficult to interpret, slowing down decision-making for managers.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need: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 simple, visual dashboard is required to easily view and understand key data insights.</a:t>
            </a:r>
          </a:p>
        </p:txBody>
      </p:sp>
    </p:spTree>
    <p:extLst>
      <p:ext uri="{BB962C8B-B14F-4D97-AF65-F5344CB8AC3E}">
        <p14:creationId xmlns:p14="http://schemas.microsoft.com/office/powerpoint/2010/main" val="1174271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20262"/>
          </a:xfrm>
        </p:spPr>
        <p:txBody>
          <a:bodyPr/>
          <a:lstStyle/>
          <a:p>
            <a:r>
              <a:rPr lang="en-US" dirty="0" smtClean="0"/>
              <a:t>Project Objectives (Our Goals)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13795" y="1818145"/>
            <a:ext cx="10688515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main goal was to create a clear and interactive Excel dashboard that: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Visually shows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purchase and shipping trends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in an easy-to-understand format.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Helps managers make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better business decisions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based on real data insights.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Improves the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speed and accuracy of business reporting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for growth.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4661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849923"/>
          </a:xfrm>
        </p:spPr>
        <p:txBody>
          <a:bodyPr/>
          <a:lstStyle/>
          <a:p>
            <a:r>
              <a:rPr lang="en-US" dirty="0" smtClean="0"/>
              <a:t>Raw Data Overview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579063"/>
            <a:ext cx="10978662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analysis was based on raw data in Excel format, including columns such as: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Core Details: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Date, Customer ID, Category, Item, Purchase Amount, and Payment Method.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Customer Preferences: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Color, Size, and Gender.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154" y="3946564"/>
            <a:ext cx="7253654" cy="2543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61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7006"/>
          </a:xfrm>
        </p:spPr>
        <p:txBody>
          <a:bodyPr/>
          <a:lstStyle/>
          <a:p>
            <a:r>
              <a:rPr lang="en-US" b="1" dirty="0" smtClean="0"/>
              <a:t>Data Preparation: Cleaning &amp; Structuring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479582"/>
            <a:ext cx="10583008" cy="504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To ensure data accuracy, the following steps were taken: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raw data was converted into an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Excel Table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Missing, wrong, and duplicate values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were removed.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Errors in spelling and formatting were corrected in key columns like Category and Payment Method.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New columns were added for time-based analysis: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Year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(using the formula =YEAR([Date])).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Month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(using the formula =TEXT([Date],"mmm")).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800" dirty="0"/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6994" t="998" r="4465"/>
          <a:stretch/>
        </p:blipFill>
        <p:spPr>
          <a:xfrm>
            <a:off x="8731234" y="3370194"/>
            <a:ext cx="2187018" cy="2939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096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Analysis: Pivot Tables &amp; Metrics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13795" y="1906245"/>
            <a:ext cx="10930128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Pivot Tables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were created to effectively summarize and analyze the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They calculated total purchases by category and identified the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Top 10 items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by purchase amount.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They also compared monthly purchases and analyzed data by gender, size, color, and payment method.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Key Performance Indicators (KPIs)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were calculated: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Total Purchase Value and Total Items Purchased.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Sales performance by Category (Accessories, Clothing, Footwear, Outerwear).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Year-on-Year percentage change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was calculated to track growth trends.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All key values were linked to the Pivot Table data for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automatic updates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00325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Dashboard Design &amp; Key Metrics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926123" y="1783022"/>
            <a:ext cx="10515600" cy="335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 dedicated "Dashboard" worksheet was created with a clean look (gridlines removed, tab color changed).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KPI Boxes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were designed using rounded rectangles and icons for a modern, professional appearance.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072" y="4176347"/>
            <a:ext cx="9135208" cy="719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236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40971"/>
            <a:ext cx="10515600" cy="821837"/>
          </a:xfrm>
        </p:spPr>
        <p:txBody>
          <a:bodyPr/>
          <a:lstStyle/>
          <a:p>
            <a:r>
              <a:rPr lang="en-US" dirty="0" smtClean="0"/>
              <a:t>Sales Performance by Product &amp; Time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538800"/>
            <a:ext cx="10600592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Purchase by Product (Bar Chart):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Highest Value Items: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Pants, Dress, and Blouse.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Lower Sales Items: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Sweater and Belt (potential areas for improvement).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Year-on-Year Comparison (Line Chart):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Monthly sales compared for 2023 and 2024.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Sales variance was strong (above 80%) from January to July, but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dropped after August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503" y="4186068"/>
            <a:ext cx="2751474" cy="261571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592" t="2489" b="1"/>
          <a:stretch/>
        </p:blipFill>
        <p:spPr>
          <a:xfrm>
            <a:off x="6312876" y="4460827"/>
            <a:ext cx="4431324" cy="2066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254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0966"/>
          </a:xfrm>
        </p:spPr>
        <p:txBody>
          <a:bodyPr/>
          <a:lstStyle/>
          <a:p>
            <a:r>
              <a:rPr lang="en-US" dirty="0" smtClean="0"/>
              <a:t>Seasonal &amp; Monthly Purchase Trends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385729"/>
            <a:ext cx="10515600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Quantity Purchase by Season (Waterfall Chart):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Purchases slightly increased from Fall (2668) to Spring (2760).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 small dip occurred in Summer (2635), followed by the highest quantity in Winter (2682).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Purchase by Month (Column Chart):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Peak Sales Month: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July ($79,308).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Low Sales Months: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August and November.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629" y="4205784"/>
            <a:ext cx="4381880" cy="2004234"/>
          </a:xfrm>
          <a:prstGeom prst="rect">
            <a:avLst/>
          </a:prstGeom>
        </p:spPr>
      </p:pic>
      <p:pic>
        <p:nvPicPr>
          <p:cNvPr id="8" name="Content Placeholder 3"/>
          <p:cNvPicPr>
            <a:picLocks noChangeAspect="1"/>
          </p:cNvPicPr>
          <p:nvPr/>
        </p:nvPicPr>
        <p:blipFill rotWithShape="1">
          <a:blip r:embed="rId3"/>
          <a:srcRect l="862" t="2528"/>
          <a:stretch/>
        </p:blipFill>
        <p:spPr>
          <a:xfrm>
            <a:off x="5649825" y="4249684"/>
            <a:ext cx="5703975" cy="1916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224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534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Customer &amp; Product Preferences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1" y="1142954"/>
            <a:ext cx="10515600" cy="5601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Gender Diversity (Donut Chart):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Male: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54% of total purchases.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Female: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46% of total purchases.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Purchase by Size (Donut Chart):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Most Popular Size: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M (45%).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Followed by L (27%), S (17%), and XL (11%).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000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/>
              <a:t/>
            </a:r>
            <a:br>
              <a:rPr lang="en-US" altLang="en-US" sz="2000" dirty="0"/>
            </a:b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Quantity by Color (Line Chart):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Highest Quantity: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Olive (485 purchases).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Lowest Quantity: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Maroon (429 purchases).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Content Placeholder 3"/>
          <p:cNvPicPr>
            <a:picLocks noChangeAspect="1"/>
          </p:cNvPicPr>
          <p:nvPr/>
        </p:nvPicPr>
        <p:blipFill rotWithShape="1">
          <a:blip r:embed="rId2"/>
          <a:srcRect l="1495"/>
          <a:stretch/>
        </p:blipFill>
        <p:spPr>
          <a:xfrm>
            <a:off x="5178668" y="1243902"/>
            <a:ext cx="2702577" cy="167933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t="1843" r="931"/>
          <a:stretch/>
        </p:blipFill>
        <p:spPr>
          <a:xfrm>
            <a:off x="8241275" y="2453053"/>
            <a:ext cx="2752496" cy="1872344"/>
          </a:xfrm>
          <a:prstGeom prst="rect">
            <a:avLst/>
          </a:prstGeom>
        </p:spPr>
      </p:pic>
      <p:pic>
        <p:nvPicPr>
          <p:cNvPr id="7" name="Content Placeholder 3"/>
          <p:cNvPicPr>
            <a:picLocks noChangeAspect="1"/>
          </p:cNvPicPr>
          <p:nvPr/>
        </p:nvPicPr>
        <p:blipFill rotWithShape="1">
          <a:blip r:embed="rId4"/>
          <a:srcRect l="685" t="1383"/>
          <a:stretch/>
        </p:blipFill>
        <p:spPr>
          <a:xfrm>
            <a:off x="5984446" y="4550443"/>
            <a:ext cx="4359452" cy="1968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680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2981"/>
          </a:xfrm>
        </p:spPr>
        <p:txBody>
          <a:bodyPr/>
          <a:lstStyle/>
          <a:p>
            <a:r>
              <a:rPr lang="en-US" dirty="0" smtClean="0"/>
              <a:t>Buying Patterns &amp; Payment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088106"/>
            <a:ext cx="10515600" cy="5663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Purchase Frequency (Bar Chart):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Displays the count of transactions for various frequencies like weekly, quarterly, and annually.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Highlights the most common buying patterns to guide strategies.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Payment Method % (Column Chart):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Most Popular: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Credit Card (18%).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Second Most Popular: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Venmo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(17%).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Other methods (Bank Transfer, Cash, Debit Card, PayPal) are used equally (16% each).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Content Placeholder 3"/>
          <p:cNvPicPr>
            <a:picLocks noChangeAspect="1"/>
          </p:cNvPicPr>
          <p:nvPr/>
        </p:nvPicPr>
        <p:blipFill rotWithShape="1">
          <a:blip r:embed="rId2"/>
          <a:srcRect l="970" t="2317"/>
          <a:stretch/>
        </p:blipFill>
        <p:spPr>
          <a:xfrm>
            <a:off x="5934809" y="4232182"/>
            <a:ext cx="3420206" cy="2265333"/>
          </a:xfrm>
          <a:prstGeom prst="rect">
            <a:avLst/>
          </a:prstGeom>
        </p:spPr>
      </p:pic>
      <p:pic>
        <p:nvPicPr>
          <p:cNvPr id="6" name="Content Placehold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556" y="4015892"/>
            <a:ext cx="2519044" cy="2607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736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5839"/>
          </a:xfrm>
        </p:spPr>
        <p:txBody>
          <a:bodyPr/>
          <a:lstStyle/>
          <a:p>
            <a:r>
              <a:rPr lang="en-US" dirty="0" smtClean="0"/>
              <a:t>Interactivity &amp; Usability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99746" y="1567197"/>
            <a:ext cx="1051560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Slicers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were added for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Year</a:t>
            </a:r>
            <a:r>
              <a:rPr kumimoji="0" lang="en-US" altLang="en-US" sz="28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Month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These slicers are connected to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all Pivot Tables and Charts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Benefit: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They allow users to quickly filter and view data for any specific period or category, providing instant insights and enhancing usability.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283" y="3499308"/>
            <a:ext cx="1835055" cy="246909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8016" y="3499308"/>
            <a:ext cx="1828959" cy="2469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012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Final Dashboard Demo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7638" y="1731963"/>
            <a:ext cx="9873762" cy="4528160"/>
          </a:xfrm>
        </p:spPr>
      </p:pic>
    </p:spTree>
    <p:extLst>
      <p:ext uri="{BB962C8B-B14F-4D97-AF65-F5344CB8AC3E}">
        <p14:creationId xmlns:p14="http://schemas.microsoft.com/office/powerpoint/2010/main" val="710857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896423"/>
          </a:xfrm>
        </p:spPr>
        <p:txBody>
          <a:bodyPr/>
          <a:lstStyle/>
          <a:p>
            <a:r>
              <a:rPr lang="en-US" dirty="0" smtClean="0"/>
              <a:t>Business Insights &amp; Recommendations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99746" y="1506023"/>
            <a:ext cx="10454054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Key Insights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Accessories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sales increased by 30% in 2023.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Card payments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(Credit/Debit) are the most popular method.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Female customers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mostly prefer size 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Clear seasonal and monthly trends influence buying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Recommendations for Improving Sales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Focus marketing efforts on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popular product categories and sizes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Offer special discounts during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high purchase months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(like July).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Promote and prioritize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preferred payment methods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like cards.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Ensure sufficient stock of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popular colors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(like Olive) to meet demand.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0090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59229"/>
          </a:xfrm>
        </p:spPr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627087"/>
            <a:ext cx="10515599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This Excel Dashboard successfully transforms complex data into clear, actionable insights: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It helps in making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better, data-driven decisions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through clear visuals and interactivity.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It demonstrates strong Excel skills in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data preparation, Pivot Tables, charts, and slicers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 tool provides a simple, user-friendly way to explore trends and patterns in the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6087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08031" y="2558562"/>
            <a:ext cx="61634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/>
              <a:t>Thank you 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4171254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70</TotalTime>
  <Words>877</Words>
  <Application>Microsoft Office PowerPoint</Application>
  <PresentationFormat>Widescreen</PresentationFormat>
  <Paragraphs>138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Calisto MT</vt:lpstr>
      <vt:lpstr>Trebuchet MS</vt:lpstr>
      <vt:lpstr>Wingdings 2</vt:lpstr>
      <vt:lpstr>Slate</vt:lpstr>
      <vt:lpstr>Purchase &amp; Shipping Analysis Dashboard</vt:lpstr>
      <vt:lpstr>The Business Challenge (Problem Statement)</vt:lpstr>
      <vt:lpstr>Project Objectives (Our Goals)</vt:lpstr>
      <vt:lpstr>Raw Data Overview</vt:lpstr>
      <vt:lpstr>Data Preparation: Cleaning &amp; Structuring</vt:lpstr>
      <vt:lpstr>Data Analysis: Pivot Tables &amp; Metrics</vt:lpstr>
      <vt:lpstr>Dashboard Design &amp; Key Metrics</vt:lpstr>
      <vt:lpstr>Sales Performance by Product &amp; Time</vt:lpstr>
      <vt:lpstr>Seasonal &amp; Monthly Purchase Trends</vt:lpstr>
      <vt:lpstr>Customer &amp; Product Preferences</vt:lpstr>
      <vt:lpstr>Buying Patterns &amp; Payment</vt:lpstr>
      <vt:lpstr>Interactivity &amp; Usability</vt:lpstr>
      <vt:lpstr>Final Dashboard Demo</vt:lpstr>
      <vt:lpstr>Business Insights &amp; Recommendations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Purchase &amp; Shipping Analysis Dashboard</dc:title>
  <dc:creator>hp</dc:creator>
  <cp:lastModifiedBy>hp</cp:lastModifiedBy>
  <cp:revision>8</cp:revision>
  <dcterms:created xsi:type="dcterms:W3CDTF">2025-12-08T15:06:16Z</dcterms:created>
  <dcterms:modified xsi:type="dcterms:W3CDTF">2025-12-08T16:16:28Z</dcterms:modified>
</cp:coreProperties>
</file>